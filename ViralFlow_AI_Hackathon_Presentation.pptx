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3840480" cy="384048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F0FF"/>
                </a:solidFill>
              </a:defRPr>
            </a:pPr>
            <a:r>
              <a:t>⚡ NEXT-GEN HACKATHON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400" b="1">
                <a:solidFill>
                  <a:srgbClr val="FFE600"/>
                </a:solidFill>
                <a:latin typeface="Segoe UI"/>
              </a:defRPr>
            </a:pPr>
            <a:r>
              <a:t>ViralFlow AI 2.0</a:t>
            </a:r>
          </a:p>
          <a:p>
            <a:pPr>
              <a:spcBef>
                <a:spcPts val="8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Autonomous Multi-Agent Video Engine for Tech Creators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From live web &amp; social trends to a broadcast-ready 9:16 short-form video package in under 6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3383280" cy="1645920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F0FF"/>
                </a:solidFill>
              </a:defRPr>
            </a:pPr>
            <a:r>
              <a:t>6 SECONDS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Autonomous Pipeline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 manual timeline editing required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840480"/>
            <a:ext cx="3383280" cy="16459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FFA3"/>
                </a:solidFill>
              </a:defRPr>
            </a:pPr>
            <a:r>
              <a:t>100% FACT-CHECKED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Anti-Hallucination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Multi-pass verification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840480"/>
            <a:ext cx="3383280" cy="16459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E600"/>
                </a:solidFill>
              </a:defRPr>
            </a:pPr>
            <a:r>
              <a:t>FULL-STACK READY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Production Manifest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Kinetic captions, HD B-roll &amp; audio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F0FF"/>
                </a:solidFill>
              </a:defRPr>
            </a:pPr>
            <a:r>
              <a:t>🌐 Live App: https://my-viralflow-ai.vercel.app    |    💻 GitHub: Ibrahim2637/ViralFlow.Ai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THE PROBLEM • MARKET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Why Creating Viral Content Is Broken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E600"/>
                </a:solidFill>
              </a:defRPr>
            </a:pPr>
            <a:r>
              <a:t>MANUAL EDITING BOTTLENECK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⏳ 4 to 6 Hours Wasted Per Video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Creators waste hours daily scrolling for trending topics, writing hooks, splicing B-roll footage, and manually adjusting subtitle timings in Premiere or CapCut.</a:t>
            </a:r>
          </a:p>
          <a:p>
            <a:pPr>
              <a:spcBef>
                <a:spcPts val="1400"/>
              </a:spcBef>
              <a:defRPr sz="1200" b="1">
                <a:solidFill>
                  <a:srgbClr val="00F0FF"/>
                </a:solidFill>
              </a:defRPr>
            </a:pPr>
            <a:r>
              <a:t>⚡ Result: Inability to post daily, falling behind the algorithm.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E600"/>
                </a:solidFill>
              </a:defRPr>
            </a:pPr>
            <a:r>
              <a:t>ACCURACY CRISIS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⚠️ AI Hallucinations &amp; Reputational Risk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Generic AI tools generate fake statistics, out-of-date news, and fabricated claims that destroy creator credibility and brand trust in developer communities.</a:t>
            </a:r>
          </a:p>
          <a:p>
            <a:pPr>
              <a:spcBef>
                <a:spcPts val="1400"/>
              </a:spcBef>
              <a:defRPr sz="1200" b="1">
                <a:solidFill>
                  <a:srgbClr val="00F0FF"/>
                </a:solidFill>
              </a:defRPr>
            </a:pPr>
            <a:r>
              <a:t>⚡ Result: Creators spend more time fact-checking than creating.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E600"/>
                </a:solidFill>
              </a:defRPr>
            </a:pPr>
            <a:r>
              <a:t>ALGORITHM CHURN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🔥 Inconsistent Hook Velocity &amp; Burnout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90% of video viewers drop off in the first 2 seconds. Crafting retention-engineered hooks with kinetic motion design consistently is impossible for solo builders.</a:t>
            </a:r>
          </a:p>
          <a:p>
            <a:pPr>
              <a:spcBef>
                <a:spcPts val="1400"/>
              </a:spcBef>
              <a:defRPr sz="1200" b="1">
                <a:solidFill>
                  <a:srgbClr val="00F0FF"/>
                </a:solidFill>
              </a:defRPr>
            </a:pPr>
            <a:r>
              <a:t>⚡ Result: 82% creator burnout rate within their first 6 months.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THE SOLUTION • MULTI-AGENT SWARM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ViralFlow AI: Autonomous Content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1. SCOUT AGENT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Trend Radar &amp; Scoring</a:t>
            </a:r>
          </a:p>
          <a:p>
            <a:pPr>
              <a:spcBef>
                <a:spcPts val="800"/>
              </a:spcBef>
              <a:defRPr sz="1000" b="1">
                <a:solidFill>
                  <a:srgbClr val="FFE600"/>
                </a:solidFill>
              </a:defRPr>
            </a:pPr>
            <a:r>
              <a:t>● Autonomous Web &amp; Social Signals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Continuously scans real-time tech queries and social velocity to identify high-potential opportunity topics with proven audience search demand.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2. STRATEGY AGENT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Creator DNA &amp; Hooks</a:t>
            </a:r>
          </a:p>
          <a:p>
            <a:pPr>
              <a:spcBef>
                <a:spcPts val="800"/>
              </a:spcBef>
              <a:defRPr sz="1000" b="1">
                <a:solidFill>
                  <a:srgbClr val="FFE600"/>
                </a:solidFill>
              </a:defRPr>
            </a:pPr>
            <a:r>
              <a:t>● Personalized Voice &amp; Retention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Synthesizes pattern-interrupt hooks based on the creator's exact tone, vocabulary, and audience persona to ensure high viewer retention.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FA3"/>
                </a:solidFill>
              </a:defRPr>
            </a:pPr>
            <a:r>
              <a:t>3. GUARDRAIL AGENT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Verification &amp; Fact-Check</a:t>
            </a:r>
          </a:p>
          <a:p>
            <a:pPr>
              <a:spcBef>
                <a:spcPts val="800"/>
              </a:spcBef>
              <a:defRPr sz="1000" b="1">
                <a:solidFill>
                  <a:srgbClr val="FFE600"/>
                </a:solidFill>
              </a:defRPr>
            </a:pPr>
            <a:r>
              <a:t>● Zero-Tolerance Hallucination Check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Audits every numerical claim, technology comparison, and temporal stat against verified web knowledge before entering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4. RENDER AGENT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Motion Graphics Pipeline</a:t>
            </a:r>
          </a:p>
          <a:p>
            <a:pPr>
              <a:spcBef>
                <a:spcPts val="800"/>
              </a:spcBef>
              <a:defRPr sz="1000" b="1">
                <a:solidFill>
                  <a:srgbClr val="FFE600"/>
                </a:solidFill>
              </a:defRPr>
            </a:pPr>
            <a:r>
              <a:t>● Full 9:16 Video Synthesis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Ranks vertical HD B-roll, overlays kinetic bounce captions, top progress bar, tech HUD frame, and generates speech audio via ElevenLabs.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SYSTEM ARCHITECTURE •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Production-Grade Orchestration &amp;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987552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LAYER 01: Frontend Studio (Next.js 16 + React 19)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</a:defRPr>
            </a:pPr>
            <a:r>
              <a:t>Turbopack, Tailwind CSS, TypeScript, and Native HTML5 Motion Graphics Player with real-time HUD tech frame, kinetic pop subtitles, and scene B-roll preview.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698480" cy="987552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LAYER 02: n8n Workflow Engine (Railway Public Webhook)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</a:defRPr>
            </a:pPr>
            <a:r>
              <a:t>40-node production workflow acting as an autonomous agent orchestrator: handles synchronous topic ingestion, multi-agent LLM prompts, asset resolution, and JSON manifest synthesis.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698480" cy="987552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LAYER 03: Multi-LLM Intelligence (Gemini 1.5/2.0 &amp; OpenRouter)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</a:defRPr>
            </a:pPr>
            <a:r>
              <a:t>High-speed structured output generation for scene breakdown, visual search query extraction, kinetic timing tags, and rigorous editorial QA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698480" cy="987552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LAYER 04: Asset Synthesis &amp; Audio Ducking (Pexels + ElevenLabs + Shotstack)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</a:defRPr>
            </a:pPr>
            <a:r>
              <a:t>Curates 1080x1920 vertical B-roll assets, natural AI voiceover narration, sound effects, and complete Shotstack MP4 timeline rendering.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LIVE DEMO WALKTHROUGH • 3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How Mentors &amp; Judges Experience ViralFlow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E600"/>
                </a:solidFill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Autonomous Topic Discovery</a:t>
            </a:r>
          </a:p>
          <a:p>
            <a:pPr>
              <a:spcBef>
                <a:spcPts val="600"/>
              </a:spcBef>
              <a:defRPr sz="1100" b="1">
                <a:solidFill>
                  <a:srgbClr val="00F0FF"/>
                </a:solidFill>
              </a:defRPr>
            </a:pPr>
            <a:r>
              <a:t>⚡ Radar or Direct Input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• Creator enters a topic (e.g., 'Multi-Agent AI Systems') or clicks 'Autonomous Discover'.</a:t>
            </a:r>
            <a:br/>
            <a:r>
              <a:t>• Engine identifies highest-momentum viral angle and selects the target duration (30s).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E600"/>
                </a:solidFill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Multi-Agent Storyboard Studio</a:t>
            </a:r>
          </a:p>
          <a:p>
            <a:pPr>
              <a:spcBef>
                <a:spcPts val="600"/>
              </a:spcBef>
              <a:defRPr sz="1100" b="1">
                <a:solidFill>
                  <a:srgbClr val="00F0FF"/>
                </a:solidFill>
              </a:defRPr>
            </a:pPr>
            <a:r>
              <a:t>⚡ Fact-Checked Manifest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• Swarm produces 4-scene storyboard with time-coded narration, visual goals, and caption styles.</a:t>
            </a:r>
            <a:br/>
            <a:r>
              <a:t>• Guardrails automatically verify facts and score the script with an Editorial Quality Scorecard (94/100).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E600"/>
                </a:solidFill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Motion Graphics Approval Player</a:t>
            </a:r>
          </a:p>
          <a:p>
            <a:pPr>
              <a:spcBef>
                <a:spcPts val="600"/>
              </a:spcBef>
              <a:defRPr sz="1100" b="1">
                <a:solidFill>
                  <a:srgbClr val="00F0FF"/>
                </a:solidFill>
              </a:defRPr>
            </a:pPr>
            <a:r>
              <a:t>⚡ 9:16 Broadcast Preview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• Real-time video player animates top neon progress bar, dynamic HUD tech badges, and yellow kinetic pop typography.</a:t>
            </a:r>
            <a:br/>
            <a:r>
              <a:t>• Scene-by-scene HD vertical B-roll dynamically switches with audio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COMPETITIVE ADVANTAGE • REAL-WORLD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Why ViralFlow AI Wins Against Existing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E600"/>
                </a:solidFill>
              </a:defRPr>
            </a:pPr>
            <a:r>
              <a:t>SLOW &amp; EXPENSIVE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Manual Production (CapCut / Premiere)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Requires 4-6 hours per short-form video</a:t>
            </a:r>
            <a:br/>
            <a:r>
              <a:t>• High software learning curve &amp; rendering fatigue</a:t>
            </a:r>
            <a:br/>
            <a:r>
              <a:t>• Inconsistent brand voice &amp; frequent editing delays</a:t>
            </a:r>
            <a:br/>
            <a:r>
              <a:t>• Zero built-in research or fact-checking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E600"/>
                </a:solidFill>
              </a:defRPr>
            </a:pPr>
            <a:r>
              <a:t>GENERIC &amp; UNVERIFIED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Generic AI Tools (InVideo / HeyGen)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Repetitive, generic template stock clips</a:t>
            </a:r>
            <a:br/>
            <a:r>
              <a:t>• Severe hallucination risks without verification</a:t>
            </a:r>
            <a:br/>
            <a:r>
              <a:t>• Robotic voices and stiff, non-engaging pacing</a:t>
            </a:r>
            <a:br/>
            <a:r>
              <a:t>• No creator brand personalization or viral radar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A20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FFA3"/>
                </a:solidFill>
              </a:defRPr>
            </a:pPr>
            <a:r>
              <a:t>6-SEC VERIFIED VELOCITY</a:t>
            </a:r>
          </a:p>
          <a:p>
            <a:pPr>
              <a:spcBef>
                <a:spcPts val="400"/>
              </a:spcBef>
              <a:defRPr sz="1700" b="1">
                <a:solidFill>
                  <a:srgbClr val="00F0FF"/>
                </a:solidFill>
              </a:defRPr>
            </a:pPr>
            <a:r>
              <a:t>ViralFlow AI 2.0 (Our Swarm Engine)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✓ 6-second autonomous pipeline from topic to video</a:t>
            </a:r>
            <a:br/>
            <a:r>
              <a:t>✓ Creator DNA voice alignment &amp; retention hooks</a:t>
            </a:r>
            <a:br/>
            <a:r>
              <a:t>✓ Strict Factual Guardrails (Zero hallucination)</a:t>
            </a:r>
            <a:br/>
            <a:r>
              <a:t>✓ Native kinetic pop captions &amp; HUD motion graphics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ROADMAP • FUTURE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What We Are Building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0FF"/>
                </a:solidFill>
              </a:defRPr>
            </a:pPr>
            <a:r>
              <a:t>PHASE 1 (COMPLETED)  |  Autonomous Engine &amp; Live Player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• Next.js 16 Web Studio with real-time HUD video player</a:t>
            </a:r>
            <a:br/>
            <a:r>
              <a:t>• 40-Node n8n autonomous webhook workflow</a:t>
            </a:r>
            <a:br/>
            <a:r>
              <a:t>• Scene-by-scene dynamic B-roll &amp; kinetic captions</a:t>
            </a:r>
            <a:br/>
            <a:r>
              <a:t>• Guardrail fact-checking scorecard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698480" cy="132588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E600"/>
                </a:solidFill>
              </a:defRPr>
            </a:pPr>
            <a:r>
              <a:t>PHASE 2 (NEXT 60 DAYS)  |  1-Click Multi-Platform Publishing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• Native API integration for YouTube Shorts, TikTok, and Reels</a:t>
            </a:r>
            <a:br/>
            <a:r>
              <a:t>• Creator voice cloning pipeline via ElevenLabs</a:t>
            </a:r>
            <a:br/>
            <a:r>
              <a:t>• Scheduled automated daily publishing queues</a:t>
            </a:r>
            <a:br/>
            <a:r>
              <a:t>• Discord / Slack notification bots on viral opportunity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325880"/>
          </a:xfrm>
          <a:prstGeom prst="roundRect">
            <a:avLst/>
          </a:prstGeom>
          <a:solidFill>
            <a:srgbClr val="141824"/>
          </a:solidFill>
          <a:ln>
            <a:solidFill>
              <a:srgbClr val="262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E600"/>
                </a:solidFill>
              </a:defRPr>
            </a:pPr>
            <a:r>
              <a:t>PHASE 3 (LONG-TERM VISION)  |  Self-Evolving Retention Feedback Loop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• Agents ingest live viewer retention analytics &amp; watch time</a:t>
            </a:r>
            <a:br/>
            <a:r>
              <a:t>• Autonomous A/B testing of alternate hooks</a:t>
            </a:r>
            <a:br/>
            <a:r>
              <a:t>• Self-tuning Creator DNA based on video performance data</a:t>
            </a:r>
            <a:br/>
            <a:r>
              <a:t>• Automated localized multi-language video dubbing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LIVE DEMO •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Ready to Experience ViralFlow AI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41824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E600"/>
                </a:solidFill>
              </a:defRPr>
            </a:pPr>
            <a:r>
              <a:t>ViralFlow AI: Transforming Trends into Broadcast-Ready Content in 6 Seconds.</a:t>
            </a:r>
          </a:p>
          <a:p>
            <a:pPr>
              <a:spcBef>
                <a:spcPts val="1000"/>
              </a:spcBef>
              <a:defRPr sz="1500">
                <a:solidFill>
                  <a:srgbClr val="94A3B8"/>
                </a:solidFill>
              </a:defRPr>
            </a:pPr>
            <a:r>
              <a:t>We invite judges and mentors to test our live deployment and review our open codebase:</a:t>
            </a:r>
          </a:p>
          <a:p>
            <a:pPr>
              <a:spcBef>
                <a:spcPts val="1400"/>
              </a:spcBef>
              <a:defRPr sz="1800" b="1">
                <a:solidFill>
                  <a:srgbClr val="00F0FF"/>
                </a:solidFill>
              </a:defRPr>
            </a:pPr>
            <a:r>
              <a:t>🚀 Live Web App: https://my-viralflow-ai.vercel.app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💻 GitHub Repository: https://github.com/Ibrahim2637/ViralFlow.Ai</a:t>
            </a:r>
          </a:p>
          <a:p>
            <a:pPr>
              <a:spcBef>
                <a:spcPts val="800"/>
              </a:spcBef>
              <a:defRPr sz="1500">
                <a:solidFill>
                  <a:srgbClr val="00FFA3"/>
                </a:solidFill>
              </a:defRPr>
            </a:pPr>
            <a:r>
              <a:t>⚡ n8n Webhook: https://primary-production-675a3.up.railway.app/webhook/viralflow-produce</a:t>
            </a:r>
          </a:p>
          <a:p>
            <a:pPr>
              <a:spcBef>
                <a:spcPts val="2000"/>
              </a:spcBef>
              <a:defRPr sz="2000" b="1">
                <a:solidFill>
                  <a:srgbClr val="FFE600"/>
                </a:solidFill>
              </a:defRPr>
            </a:pPr>
            <a:r>
              <a:t>Thank you! We're ready for Questions &amp; Live Interactive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