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AUTONOMOUS AGENTIC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CCFF00"/>
                </a:solidFill>
              </a:defRPr>
            </a:pPr>
            <a:r>
              <a:t>VIRALFLOW AI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Self-Improving Multi-Agent Content Engine for Short-Form Video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5B9"/>
                </a:solidFill>
              </a:defRPr>
            </a:pPr>
            <a:r>
              <a:t>Automatically transforms live web and social trends into fully-rendered, fact-checked 9:16 vertical short-form videos for TikTok, YouTube Shorts, and Instagram Reels.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Live App: https://my-viralflow-ai.vercel.app  |  GitHub: Ibrahim2637/ViralFlow.Ai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SHORT-FORM CONTENT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FF00"/>
                </a:solidFill>
              </a:defRPr>
            </a:pPr>
            <a:r>
              <a:t>4-6 Hours Spent Per Video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Creators and marketers waste hours daily researching trending topics, drafting scripts, and editing short-form timeline 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FF00"/>
                </a:solidFill>
              </a:defRPr>
            </a:pPr>
            <a:r>
              <a:t>AI Hallucination and Risk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Generic AI script tools output unverified numbers, fake guarantees, and high-risk claims that ruin brand reputation.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FF00"/>
                </a:solidFill>
              </a:defRPr>
            </a:pPr>
            <a:r>
              <a:t>Creator Burnout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Maintaining daily 9:16 vertical video output across TikTok, Shorts, and Reels is exhausting, causing content drop-off.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VIRALFLOW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Creator DNA Engine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Learns audience demographics, creator tone, vocabulary, and proven hook patterns for strict brand voice alignment.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Factual Guardrail Queue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Audits every generated claim for numerical accuracy and time-sensitivity before video compilation.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9:16 Vertical Video Renderer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Combines ElevenLabs AI voiceover, Pexels portrait B-roll, and Shotstack MP4 video compilation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 AND AGENT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FF00"/>
                </a:solidFill>
              </a:defRPr>
            </a:pPr>
            <a:r>
              <a:t>1. Frontend and Studio: </a:t>
            </a:r>
            <a:r>
              <a:rPr sz="1400" b="0">
                <a:solidFill>
                  <a:srgbClr val="FFFFFF"/>
                </a:solidFill>
              </a:rPr>
              <a:t>Next.js 16 (Turbopack, App Router), TypeScript, Tailwind CSS, HTML5 9:16 Video Player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FF00"/>
                </a:solidFill>
              </a:defRPr>
            </a:pPr>
            <a:r>
              <a:t>2. Multi-Agent Engine: </a:t>
            </a:r>
            <a:r>
              <a:rPr sz="1400" b="0">
                <a:solidFill>
                  <a:srgbClr val="FFFFFF"/>
                </a:solidFill>
              </a:rPr>
              <a:t>Google Gemini 3.6 Flash and OpenRouter (GPT-4o-mini) for trend scoring, script writing, and fact checking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FF00"/>
                </a:solidFill>
              </a:defRPr>
            </a:pPr>
            <a:r>
              <a:t>3. n8n Orchestration: </a:t>
            </a:r>
            <a:r>
              <a:rPr sz="1400" b="0">
                <a:solidFill>
                  <a:srgbClr val="FFFFFF"/>
                </a:solidFill>
              </a:rPr>
              <a:t>18-node n8n workflow (viralflow-generate webhook) for background trend ingestion and agent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FF00"/>
                </a:solidFill>
              </a:defRPr>
            </a:pPr>
            <a:r>
              <a:t>4. Voice and Render Pipeline: </a:t>
            </a:r>
            <a:r>
              <a:rPr sz="1400" b="0">
                <a:solidFill>
                  <a:srgbClr val="FFFFFF"/>
                </a:solidFill>
              </a:rPr>
              <a:t>ElevenLabs Speech Synthesis + Pexels Portrait B-roll Search + Shotstack 9:16 MP4 Video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FEATURES AND DEMO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Trend Radar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Scans live YouTube and Tavily web queries, scoring opportunity vectors based on momentum and audience 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Strategy Lab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Synthesizes strategic hook variations tailored to creator hook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Script Studio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Interactive scene-by-scene script editor, visual prompt controls, and fact-checking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Approval and Publishing</a:t>
            </a:r>
          </a:p>
          <a:p>
            <a:br/>
            <a:pPr>
              <a:defRPr sz="1400">
                <a:solidFill>
                  <a:srgbClr val="A0A5B9"/>
                </a:solidFill>
              </a:defRPr>
            </a:pPr>
            <a:r>
              <a:t>Live 9:16 vertical video playback preview with automated publishing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TARGET AUDIENCE AND MONETIZATION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Free Tier</a:t>
            </a:r>
          </a:p>
          <a:p>
            <a:pPr>
              <a:defRPr sz="1800" b="1">
                <a:solidFill>
                  <a:srgbClr val="00F0FF"/>
                </a:solidFill>
              </a:defRPr>
            </a:pPr>
            <a:r>
              <a:t>$0 / month</a:t>
            </a:r>
          </a:p>
          <a:p>
            <a:br/>
            <a:pPr>
              <a:defRPr sz="1300">
                <a:solidFill>
                  <a:srgbClr val="A0A5B9"/>
                </a:solidFill>
              </a:defRPr>
            </a:pPr>
            <a:r>
              <a:t>- 3 AI video drafts/week</a:t>
            </a:r>
            <a:br/>
            <a:r>
              <a:t>- Basic Trend Radar</a:t>
            </a:r>
            <a:br/>
            <a:r>
              <a:t>- Standard Script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CFF00"/>
                </a:solidFill>
              </a:defRPr>
            </a:pPr>
            <a:r>
              <a:t>Pro Creator</a:t>
            </a:r>
          </a:p>
          <a:p>
            <a:pPr>
              <a:defRPr sz="1800" b="1">
                <a:solidFill>
                  <a:srgbClr val="00F0FF"/>
                </a:solidFill>
              </a:defRPr>
            </a:pPr>
            <a:r>
              <a:t>$29 / month</a:t>
            </a:r>
          </a:p>
          <a:p>
            <a:br/>
            <a:pPr>
              <a:defRPr sz="1300">
                <a:solidFill>
                  <a:srgbClr val="A0A5B9"/>
                </a:solidFill>
              </a:defRPr>
            </a:pPr>
            <a:r>
              <a:t>- Unlimited Trend Scanning</a:t>
            </a:r>
            <a:br/>
            <a:r>
              <a:t>- n8n Webhook Integration</a:t>
            </a:r>
            <a:br/>
            <a:r>
              <a:t>- Custom Voice Cloning</a:t>
            </a:r>
            <a:br/>
            <a:r>
              <a:t>- High Priority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28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Agency Enterprise</a:t>
            </a:r>
          </a:p>
          <a:p>
            <a:pPr>
              <a:defRPr sz="1800" b="1">
                <a:solidFill>
                  <a:srgbClr val="00F0FF"/>
                </a:solidFill>
              </a:defRPr>
            </a:pPr>
            <a:r>
              <a:t>$99 / month</a:t>
            </a:r>
          </a:p>
          <a:p>
            <a:br/>
            <a:pPr>
              <a:defRPr sz="1300">
                <a:solidFill>
                  <a:srgbClr val="A0A5B9"/>
                </a:solidFill>
              </a:defRPr>
            </a:pPr>
            <a:r>
              <a:t>- Multi-Creator DNA Profiles</a:t>
            </a:r>
            <a:br/>
            <a:r>
              <a:t>- Auto-Publishing Queue</a:t>
            </a:r>
            <a:br/>
            <a:r>
              <a:t>- Dedicated n8n Server Setup</a:t>
            </a:r>
            <a:br/>
            <a:r>
              <a:t>- Team Permissions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solidFill>
              <a:srgbClr val="0A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VIRALFLOW AI — HACKATHON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READY TO DEMO AND PRESENT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61823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CFF00"/>
                </a:solidFill>
              </a:defRPr>
            </a:pPr>
            <a:r>
              <a:t>ViralFlow AI turns live web trends into ready-to-publish short-form videos automatically.</a:t>
            </a:r>
          </a:p>
          <a:p>
            <a:br/>
            <a:pPr>
              <a:defRPr sz="1800" b="1">
                <a:solidFill>
                  <a:srgbClr val="00F0FF"/>
                </a:solidFill>
              </a:defRPr>
            </a:pPr>
            <a:r>
              <a:t>Live Application URL: https://my-viralflow-ai.vercel.app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GitHub Repository: https://github.com/Ibrahim2637/ViralFlow.Ai</a:t>
            </a:r>
          </a:p>
          <a:p>
            <a:br/>
            <a:pPr>
              <a:defRPr sz="2000" b="1">
                <a:solidFill>
                  <a:srgbClr val="CCFF00"/>
                </a:solidFill>
              </a:defRPr>
            </a:pPr>
            <a:r>
              <a:t>Thank you for evaluating ViralFlow 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